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623400" y="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3051" l="0" r="0" t="10994"/>
          <a:stretch/>
        </p:blipFill>
        <p:spPr>
          <a:xfrm>
            <a:off x="-130700" y="-835625"/>
            <a:ext cx="9274701" cy="597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